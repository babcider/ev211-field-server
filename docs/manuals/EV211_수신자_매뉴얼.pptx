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bentConnector3">
            <a:avLst/>
          </a:prstGeom>
          <a:ln w="76200">
            <a:solidFill>
              <a:srgbClr val="F02D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ev211_logo_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1280160"/>
            <a:ext cx="2103120" cy="757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926080"/>
            <a:ext cx="103628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EV211 통역 청취 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40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수신자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행사장에서 내 폰으로 통역 듣기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v1.0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READY · 시작 전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세 가지만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준비하세요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342381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578608"/>
            <a:ext cx="2911754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EV211 앱 설치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App Store 또는 Google Play 에서 "EV211" 을 검색해 설치합니다.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3938" y="2286000"/>
            <a:ext cx="342381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9970" y="2578608"/>
            <a:ext cx="2911754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행사장 Wi-Fi 접속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행사장 Wi-Fi 에 반드시 연결합니다.(필수)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2286000"/>
            <a:ext cx="342381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3828" y="2578608"/>
            <a:ext cx="2911754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이어폰 준비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이어폰을 사용하면 더 또렷하게 들을 수 있습니다.(권장)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ENTRY · 입장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안내에 따라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둘 중 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행사 안내에 따라 아래 두 가지 입장 방법 중 하나를 사용합니다.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2728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60320"/>
            <a:ext cx="4687671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A  </a:t>
            </a: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내부네트워크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서버 IP 를 안내받은 경우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앱에서 "로컬 서버" 선택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안내된 서버 IP 입력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채널을 골라 청취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286000"/>
            <a:ext cx="52728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1335" y="2560320"/>
            <a:ext cx="4687671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B  </a:t>
            </a: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폰서버 방송 듣기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QR · 6자리 코드를 안내받은 경우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폰 카메라로 QR 스캔, 또는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"폰서버 방송 듣기" 선택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IP · 6자리 코드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1 · 내부네트워크로 듣기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938528"/>
            <a:ext cx="640080" cy="0"/>
          </a:xfrm>
          <a:prstGeom prst="bentConnector3">
            <a:avLst/>
          </a:prstGeom>
          <a:ln w="38100">
            <a:solidFill>
              <a:srgbClr val="F02D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서버 IP 로 </a:t>
            </a:r>
            <a:r>
              <a:rPr sz="36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접속해 듣기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1091153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·  전제  </a:t>
            </a: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행사장 Wi-Fi 에 연결되어 있어야 합니다.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·  준비  </a:t>
            </a: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안내된 서버 IP 를 확인해 두세요.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1 · 1단계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접속 </a:t>
            </a:r>
            <a:r>
              <a:rPr sz="27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하기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1109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앱 실행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EV211 앱을 실행하고 "로컬 서버" 를 선택합니다.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91839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23697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서버 IP 입력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행사 안내에서 받은 서버 IP 를 입력합니다.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[수신 접속] 탭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수신 접속 버튼을 눌러 입장합니다.</a:t>
            </a:r>
          </a:p>
        </p:txBody>
      </p:sp>
      <p:pic>
        <p:nvPicPr>
          <p:cNvPr id="11" name="Picture 10" descr="app_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12" name="Picture 11" descr="app_02_connect_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1 · 2단계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채널 </a:t>
            </a:r>
            <a:r>
              <a:rPr sz="27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1109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언어 채널 목록 확인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언어 채널 목록에서 원하는 언어를 찾습니다.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91839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23697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원하는 언어 탭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듣고 싶은 언어 채널을 누릅니다.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배지 의미 이해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"ON AIR" 는 지금 송신 중이라는 뜻이고, Floor(원어)는 연사의 원음입니다.</a:t>
            </a:r>
          </a:p>
        </p:txBody>
      </p:sp>
      <p:pic>
        <p:nvPicPr>
          <p:cNvPr id="11" name="Picture 10" descr="app_03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562" y="1051560"/>
            <a:ext cx="3002507" cy="502920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1 ·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듣기 </a:t>
            </a:r>
            <a:r>
              <a:rPr sz="27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시작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1109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자동 재생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연결되면 자동으로 재생되며 "청취 중" 이 표시됩니다.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91839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23697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송신 대기 상태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송신자가 아직 방송 전이면 "송신 대기 중" 이 표시됩니다.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자동 청취 시작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송신이 시작되면 자동으로 들립니다.</a:t>
            </a:r>
          </a:p>
        </p:txBody>
      </p:sp>
      <p:pic>
        <p:nvPicPr>
          <p:cNvPr id="11" name="Picture 10" descr="app_04_lis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12" name="Picture 11" descr="app_05_listen_wai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2 · 폰서버(참가코드)로 듣기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938528"/>
            <a:ext cx="640080" cy="0"/>
          </a:xfrm>
          <a:prstGeom prst="bentConnector3">
            <a:avLst/>
          </a:prstGeom>
          <a:ln w="38100">
            <a:solidFill>
              <a:srgbClr val="F02D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QR · 6자리 코드로 </a:t>
            </a:r>
            <a:r>
              <a:rPr sz="36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듣기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1091153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·  방법 1  </a:t>
            </a: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폰 카메라로 행사장 QR 스캔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·  방법 2  </a:t>
            </a: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앱에서 IP · 6자리 참가코드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2 · 입장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QR 또는 </a:t>
            </a:r>
            <a:r>
              <a:rPr sz="27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코드 입장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1109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방법 ① QR 스캔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폰 카메라로 행사장 QR 을 스캔하면 EV211 이 자동 실행되고 자동으로 참가됩니다.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91839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23697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방법 ② 코드 입력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앱 → "폰서버" → "폰서버 방송 듣기" 를 선택합니다.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IP · 코드 입력 후 접속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안내된 IP 와 6자리 코드를 입력하고 [접속해서 듣기] 를 누릅니다.</a:t>
            </a:r>
          </a:p>
        </p:txBody>
      </p:sp>
      <p:pic>
        <p:nvPicPr>
          <p:cNvPr id="11" name="Picture 10" descr="app_10_phone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12" name="Picture 11" descr="app_13_phone_j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SOUND · 소리 팁(중요)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소리가 작을 땐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볼륨(+)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911535" cy="1554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청취 중 볼륨 버튼은 </a:t>
            </a:r>
            <a:r>
              <a:rPr sz="1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"통화 볼륨"</a:t>
            </a: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을 조절합니다. 소리가 작으면 재생 중에 볼륨(+) 을 누르세요.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77639"/>
            <a:ext cx="342381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4224528"/>
            <a:ext cx="29483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이어폰 권장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이어폰을 쓰면 더 또렷하게 들립니다.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3938" y="3977639"/>
            <a:ext cx="342381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1682" y="4224528"/>
            <a:ext cx="29483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전화가 오면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재생이 멈춥니다. 통화 후 [다시 듣기] 를 누르세요.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3977639"/>
            <a:ext cx="342381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5540" y="4224528"/>
            <a:ext cx="29483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화면이 꺼져도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계속 들을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HELP · 문제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안 들릴 때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확인하세요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10911535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180015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안 들려요     </a:t>
            </a:r>
            <a:r>
              <a:rPr sz="14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볼륨(+) 키, 채널 ON AIR 여부, Wi-Fi 연결을 확인합니다.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3215640"/>
            <a:ext cx="10180015" cy="0"/>
          </a:xfrm>
          <a:prstGeom prst="bentConnector3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05840" y="3215640"/>
            <a:ext cx="10180015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접속이 안 돼요     </a:t>
            </a:r>
            <a:r>
              <a:rPr sz="14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행사장 Wi-Fi 를 다시 확인하고 서버 IP 를 재입력합니다.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4282440"/>
            <a:ext cx="10180015" cy="0"/>
          </a:xfrm>
          <a:prstGeom prst="bentConnector3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5840" y="4282440"/>
            <a:ext cx="10180015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소리가 끊겼어요     </a:t>
            </a:r>
            <a:r>
              <a:rPr sz="14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뒤로 갔다가 다시 채널을 선택합니다.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577840"/>
            <a:ext cx="10911535" cy="6400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4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문의  </a:t>
            </a: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잘 되지 않으면 현장 운영자에게 문의하세요.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