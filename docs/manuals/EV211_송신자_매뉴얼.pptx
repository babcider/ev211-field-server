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12191695" cy="0"/>
          </a:xfrm>
          <a:prstGeom prst="bentConnector3">
            <a:avLst/>
          </a:prstGeom>
          <a:ln w="76200">
            <a:solidFill>
              <a:srgbClr val="F02D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ev211_logo_tr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287" y="1280160"/>
            <a:ext cx="2103120" cy="7570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926080"/>
            <a:ext cx="1036289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EV211 현장 통역 </a:t>
            </a:r>
          </a:p>
          <a:p>
            <a:pPr algn="ctr">
              <a:lnSpc>
                <a:spcPct val="105000"/>
              </a:lnSpc>
              <a:spcBef>
                <a:spcPts val="200"/>
              </a:spcBef>
            </a:pPr>
            <a:r>
              <a:rPr sz="40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송신자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내부네트워크 · 폰서버 · Zoom 동시 운영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v1.0 · 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CONTENTS · 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네 가지 파트로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구성됩니다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522143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560320"/>
            <a:ext cx="2083231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시스템 개요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두 가지 운영 방식과 공통 전제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6543" y="2286000"/>
            <a:ext cx="2522143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5999" y="2560320"/>
            <a:ext cx="2083231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내부네트워크 송신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앱 · 노트북(브라우저)으로 송신하기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3007" y="2286000"/>
            <a:ext cx="2522143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2463" y="2560320"/>
            <a:ext cx="2083231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Zoom 동시 운영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하나의 마이크로 Zoom과 EV211 동시 송신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29471" y="2286000"/>
            <a:ext cx="2522143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48927" y="2560320"/>
            <a:ext cx="2083231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폰서버 방송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서버 없이 진행자 폰 1대로 방송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OVERVIEW · 시스템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두 가지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운영 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5272887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472424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내부네트워크 모드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현장 서버 노트북을 가동해 운영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다국어 채널 제공(원어 Floor + 통역)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앱 또는 노트북(브라우저)으로 송신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수십 명 규모 행사에 적합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접속: </a:t>
            </a: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안내된 서버 IP 로 입장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2148840"/>
            <a:ext cx="5272887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3047" y="2395728"/>
            <a:ext cx="472424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폰서버 모드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별도 서버 없이 진행자 폰 1대로 운영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참가코드 · QR 로 간편 입장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최대 30명까지 청취 가능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소규모 행사 · 즉석 진행에 적합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·  접속: </a:t>
            </a: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6자리 코드 또는 QR 스캔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0911535" cy="6858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14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공통 전제  </a:t>
            </a:r>
            <a:r>
              <a:rPr sz="14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모든 기기(서버 · 송신자 · 청취자)가 같은 Wi-Fi 에 연결되어 있어야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1 · 내부네트워크 송신 · 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938528"/>
            <a:ext cx="640080" cy="0"/>
          </a:xfrm>
          <a:prstGeom prst="bentConnector3">
            <a:avLst/>
          </a:prstGeom>
          <a:ln w="38100">
            <a:solidFill>
              <a:srgbClr val="F02D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앱으로 </a:t>
            </a:r>
            <a:r>
              <a:rPr sz="36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송신하기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1091153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·  준비 1  </a:t>
            </a: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현장 서버 노트북이 켜져 있는지 확인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·  준비 2  </a:t>
            </a: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안내된 서버 IP (예: 192.168.50.50)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·  준비 3  </a:t>
            </a: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송신 비밀번호는 현장 관리자에게 문의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1 · 앱 송신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접속 </a:t>
            </a:r>
            <a:r>
              <a:rPr sz="27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— 서버 연결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1109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앱을 실행합니다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첫 화면에서 "로컬 서버" 카드를 선택합니다.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91839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23697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서버 IP 를 입력합니다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안내된 서버 IP(예: 192.168.50.50)를 입력합니다. 최근 접속 칩이 있으면 눌러 재접속할 수 있습니다.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"송신자이신가요?" 를 탭합니다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하단의 송신자 버튼을 눌러 송신 흐름으로 진입합니다.</a:t>
            </a:r>
          </a:p>
        </p:txBody>
      </p:sp>
      <p:pic>
        <p:nvPicPr>
          <p:cNvPr id="11" name="Picture 10" descr="app_0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12" name="Picture 11" descr="app_02_connect_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1 · 앱 송신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비밀번호 </a:t>
            </a:r>
            <a:r>
              <a:rPr sz="27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· 채널 선택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1109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송신 비밀번호를 입력합니다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현장 관리자가 배포한 송신 비밀번호를 입력합니다.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91839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23697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송신할 언어 채널을 선택합니다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송신 채널 목록에서 담당 언어 채널을 누릅니다.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채널이 없으면 개설합니다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원하는 채널이 없으면 [+ 채널 개설] 을 눌러 새로 만듭니다.</a:t>
            </a:r>
          </a:p>
        </p:txBody>
      </p:sp>
      <p:pic>
        <p:nvPicPr>
          <p:cNvPr id="11" name="Picture 10" descr="app_06_send_passw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12" name="Picture 11" descr="app_07_send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1 · 앱 송신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송신 </a:t>
            </a:r>
            <a:r>
              <a:rPr sz="27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시작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11095"/>
            <a:ext cx="4471416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[송신 시작] 을 누릅니다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빨간 "송신 중" 표시로 방송이 시작된 것을 확인합니다.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047999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993135"/>
            <a:ext cx="4471416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말하기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마이크는 입에서 10~15cm 거리를 유지합니다.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13004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075176"/>
            <a:ext cx="4471416" cy="103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끝나면 [송신 정지]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발화가 끝나면 송신을 정지합니다.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440679"/>
            <a:ext cx="5074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bIns="91440" wrap="square"/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! </a:t>
            </a:r>
            <a:r>
              <a:rPr sz="12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"Floor(ch-00) 동시 수신" 토글은 원어(연사) 소리를 들으며 통역할 때 켭니다. 이때 스피커 금지 · 이어폰 필수(에코 방지).</a:t>
            </a:r>
          </a:p>
        </p:txBody>
      </p:sp>
      <p:pic>
        <p:nvPicPr>
          <p:cNvPr id="12" name="Picture 11" descr="app_08_send_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pic>
        <p:nvPicPr>
          <p:cNvPr id="13" name="Picture 12" descr="app_09_se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1268729"/>
            <a:ext cx="2743200" cy="45948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CAUTION · 앱 송신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송신 중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꼭 알아두세요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5272887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404872"/>
            <a:ext cx="476082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이어폰 마이크 권장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이어폰의 마이크를 사용하면 주변 소음과 에코를 줄일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78727" y="2148840"/>
            <a:ext cx="5272887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4759" y="2404872"/>
            <a:ext cx="476082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전화 수신 시 송신 중단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통화가 오면 송신이 자동으로 멈춥니다. 통화가 끝나면 다시 [송신 시작] 을 눌러 재개합니다.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297679"/>
            <a:ext cx="5272887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553712"/>
            <a:ext cx="476082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비밀번호 반복 오입력 잠금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송신 비밀번호를 여러 번 틀리면 일시적으로 잠깁니다. 현장 관리자에게 문의하세요.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7" y="4297679"/>
            <a:ext cx="5272887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4759" y="4553712"/>
            <a:ext cx="4760823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화면 꺼져도 송신 유지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화면이 꺼져도 송신은 계속됩니다. 다만 배터리 소모가 크므로 충전 연결을 권장합니다.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2 · 내부네트워크 송신 · 노트북(브라우저)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938528"/>
            <a:ext cx="640080" cy="0"/>
          </a:xfrm>
          <a:prstGeom prst="bentConnector3">
            <a:avLst/>
          </a:prstGeom>
          <a:ln w="38100">
            <a:solidFill>
              <a:srgbClr val="F02D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240280"/>
            <a:ext cx="10911535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노트북 브라우저로 </a:t>
            </a:r>
            <a:r>
              <a:rPr sz="36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송신하기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77639"/>
            <a:ext cx="1091153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·  환경  </a:t>
            </a: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크롬 또는 엣지 브라우저에서 현장 콘솔에 접속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·  주소  </a:t>
            </a: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https://서버IP:8443/admin.html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500" b="1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·  접속  </a:t>
            </a: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송신자 비밀번호로 로그인(관리자 비밀번호는 대시보드용)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2 · 노트북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콘솔 </a:t>
            </a:r>
            <a:r>
              <a:rPr sz="27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접속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1109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주소창에 콘솔 주소 입력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크롬/엣지 주소창에 https://서버IP:8443/admin.html 을 입력합니다. 서버 IP 만 입력해도 자동으로 이동합니다.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91839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23697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인증서 경고 통과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자체서명 인증서 경고가 나오면 "고급 &gt; 계속 이동" 을 선택합니다.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송신자 비밀번호로 접속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송신자 비밀번호를 입력합니다. 관리자 비밀번호는 대시보드 전용입니다.</a:t>
            </a:r>
          </a:p>
        </p:txBody>
      </p:sp>
      <p:pic>
        <p:nvPicPr>
          <p:cNvPr id="11" name="Picture 10" descr="console_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39179"/>
            <a:ext cx="5650992" cy="37967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2 · 노트북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송신 </a:t>
            </a:r>
            <a:r>
              <a:rPr sz="27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설정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1109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채널 번호 선택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채널 번호를 선택합니다. 0번은 Floor(원어)입니다. 새 언어라면 언어 코드 · 라벨을 입력해 개설합니다.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91839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23697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마이크 장치 선택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송신에 사용할 마이크 장치를 선택합니다.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레벨 확인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말했을 때 레벨미터가 움직이는지 확인합니다.</a:t>
            </a:r>
          </a:p>
        </p:txBody>
      </p:sp>
      <p:pic>
        <p:nvPicPr>
          <p:cNvPr id="11" name="Picture 10" descr="console_3_send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39179"/>
            <a:ext cx="5650992" cy="37967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2 · 노트북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5440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7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송신 </a:t>
            </a:r>
            <a:r>
              <a:rPr sz="27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시작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96596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3584" y="191109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[송신 시작] 클릭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채널 현황에 "송신 중" 배지가 뜨고 레벨미터가 움직이는지 확인합니다.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3291839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3236975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발화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마이크에 대고 통역을 진행합니다.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3584" y="4562856"/>
            <a:ext cx="447141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종료 시 정지 후 로그아웃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끝나면 [송신 정지] 를 누릅니다. 로그아웃 전 반드시 송신을 정지하세요.</a:t>
            </a:r>
          </a:p>
        </p:txBody>
      </p:sp>
      <p:pic>
        <p:nvPicPr>
          <p:cNvPr id="11" name="Picture 10" descr="console_4_s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439179"/>
            <a:ext cx="5650992" cy="3796760"/>
          </a:xfrm>
          <a:prstGeom prst="rect">
            <a:avLst/>
          </a:prstGeom>
          <a:ln w="12700">
            <a:solidFill>
              <a:srgbClr val="E5E7E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3 · Zoom 동시 운영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161288"/>
            <a:ext cx="640080" cy="0"/>
          </a:xfrm>
          <a:prstGeom prst="bentConnector3">
            <a:avLst/>
          </a:prstGeom>
          <a:ln w="38100">
            <a:solidFill>
              <a:srgbClr val="F02D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41732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하나의 마이크로 </a:t>
            </a:r>
            <a:r>
              <a:rPr sz="3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Zoom · EV211 동시 송신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D1D5DB"/>
                </a:solidFill>
                <a:latin typeface="Apple SD Gothic Neo"/>
                <a:ea typeface="Apple SD Gothic Neo"/>
                <a:cs typeface="Apple SD Gothic Neo"/>
              </a:rPr>
              <a:t>하나의 마이크를 Zoom 회의와 EV211 송신이 동시에 사용하도록 오디오를 분기합니다.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114800"/>
            <a:ext cx="1737360" cy="914400"/>
          </a:xfrm>
          <a:prstGeom prst="rect">
            <a:avLst/>
          </a:prstGeom>
          <a:solidFill>
            <a:srgbClr val="374151"/>
          </a:solidFill>
          <a:ln w="19050">
            <a:solidFill>
              <a:srgbClr val="F02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🎤 마이크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4114800"/>
            <a:ext cx="2377440" cy="914400"/>
          </a:xfrm>
          <a:prstGeom prst="rect">
            <a:avLst/>
          </a:prstGeom>
          <a:solidFill>
            <a:srgbClr val="374151"/>
          </a:solidFill>
          <a:ln w="19050">
            <a:solidFill>
              <a:srgbClr val="F02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가상 오디오 장치
(VoiceMeeter / VB-CABLE)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3566160"/>
            <a:ext cx="2514600" cy="914400"/>
          </a:xfrm>
          <a:prstGeom prst="rect">
            <a:avLst/>
          </a:prstGeom>
          <a:solidFill>
            <a:srgbClr val="374151"/>
          </a:solidFill>
          <a:ln w="19050">
            <a:solidFill>
              <a:srgbClr val="F02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Zoom 회의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4709160"/>
            <a:ext cx="2514600" cy="914400"/>
          </a:xfrm>
          <a:prstGeom prst="rect">
            <a:avLst/>
          </a:prstGeom>
          <a:solidFill>
            <a:srgbClr val="374151"/>
          </a:solidFill>
          <a:ln w="19050">
            <a:solidFill>
              <a:srgbClr val="F02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브라우저
(EV211 콘솔)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77440" y="4572000"/>
            <a:ext cx="411480" cy="0"/>
          </a:xfrm>
          <a:prstGeom prst="bentConnector3">
            <a:avLst/>
          </a:prstGeom>
          <a:ln w="25400">
            <a:solidFill>
              <a:srgbClr val="D1D5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166360" y="4023360"/>
            <a:ext cx="1280160" cy="548640"/>
          </a:xfrm>
          <a:prstGeom prst="bentConnector3">
            <a:avLst/>
          </a:prstGeom>
          <a:ln w="25400">
            <a:solidFill>
              <a:srgbClr val="D1D5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66360" y="4572000"/>
            <a:ext cx="1280160" cy="594360"/>
          </a:xfrm>
          <a:prstGeom prst="bentConnector3">
            <a:avLst/>
          </a:prstGeom>
          <a:ln w="25400">
            <a:solidFill>
              <a:srgbClr val="D1D5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12080" y="53949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411480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Apple SD Gothic Neo"/>
                <a:ea typeface="Apple SD Gothic Neo"/>
                <a:cs typeface="Apple SD Gothic Neo"/>
              </a:rPr>
              <a:t>다음 두 슬라이드(Windows) · 이어지는 두 슬라이드(macOS)에서 OS별 설정을 안내합니다.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3 · Windows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VoiceMeeter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423160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5" y="2368296"/>
            <a:ext cx="968623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VoiceMeeter 설치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vb-audio.com 에서 VoiceMeeter(무료)를 설치한 뒤 재부팅합니다.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136391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5335" y="3081527"/>
            <a:ext cx="968623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입력 · 출력 지정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VoiceMeeter 실행 → HARDWARE INPUT 1 = 실제 마이크, A1 = 스피커(모니터가 필요할 때).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3849624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5" y="3794760"/>
            <a:ext cx="968623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Zoom 마이크 지정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Zoom 설정 &gt; 오디오 &gt; 마이크 = "VoiceMeeter Output (VB-Audio VoiceMeeter VAIO)".</a:t>
            </a:r>
          </a:p>
        </p:txBody>
      </p:sp>
      <p:sp>
        <p:nvSpPr>
          <p:cNvPr id="12" name="Oval 11"/>
          <p:cNvSpPr/>
          <p:nvPr/>
        </p:nvSpPr>
        <p:spPr>
          <a:xfrm>
            <a:off x="960119" y="4562856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5335" y="4507992"/>
            <a:ext cx="968623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EV211 콘솔 마이크 지정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EV211 콘솔의 마이크 장치를 동일한 "VoiceMeeter Output" 으로 선택합니다.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960119" y="5276088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45335" y="5221224"/>
            <a:ext cx="9686239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양쪽 레벨 확인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말했을 때 Zoom 과 EV211 콘솔의 레벨미터가 동시에 움직이는지 확인합니다.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3 · Windows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원격 발표자 소리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함께 송신(옵션)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423160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5" y="2368296"/>
            <a:ext cx="96862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Zoom 스피커를 VAIO 로 지정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Zoom 스피커(출력) = "VoiceMeeter Input (VAIO)" 로 지정하면 원격 발표자 음성이 VoiceMeeter 로 들어옵니다.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611880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5335" y="3557016"/>
            <a:ext cx="96862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같은 Output 으로 함께 송신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EV211 콘솔이 동일한 VoiceMeeter Output 을 사용하므로 원격 음성이 통역 송신에 함께 실립니다.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800600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5" y="4745736"/>
            <a:ext cx="968623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하울링 방지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하울링(피드백)을 막기 위해 A1 모니터 볼륨은 낮게 유지합니다.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3 · macOS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VB-CABLE ·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Audio MIDI 설정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423160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5" y="2368296"/>
            <a:ext cx="9686239" cy="845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VB-CABLE 설치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vb-audio.com 에서 VB-CABLE(Mac)을 설치한 뒤 재부팅합니다.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314700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5335" y="3259836"/>
            <a:ext cx="9686239" cy="845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다중 출력 기기 생성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응용 프로그램 &gt; 유틸리티 &gt; Audio MIDI 설정 → 좌하단 [+] → "다중 출력 기기" 를 생성합니다.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206240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5" y="4151376"/>
            <a:ext cx="9686239" cy="845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출력 대상 체크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생성한 기기에서 "내장 스피커(또는 현장 스피커) + VB-Cable" 을 함께 체크합니다.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960119" y="5097779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45335" y="5042916"/>
            <a:ext cx="9686239" cy="8458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Zoom 스피커 지정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Zoom 스피커 = 방금 만든 다중 출력 기기. 이제 Zoom 소리가 스피커와 VB-Cable 로 동시에 나갑니다.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PART 3 · macOS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장치 지정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마무리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10911535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19" y="2423160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45335" y="2368296"/>
            <a:ext cx="9686239" cy="944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Zoom 마이크 지정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Zoom 마이크 = 실제 마이크로 설정합니다.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413760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5335" y="3358896"/>
            <a:ext cx="9686239" cy="944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EV211 콘솔 마이크 지정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현장 발화만 보내려면 실제 마이크, 원격(Zoom) 소리를 보내려면 "VB-Cable" 을 선택합니다(맥은 두 앱 동시 사용 가능).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404360"/>
            <a:ext cx="384048" cy="384048"/>
          </a:xfrm>
          <a:prstGeom prst="ellipse">
            <a:avLst/>
          </a:prstGeom>
          <a:solidFill>
            <a:srgbClr val="F02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45335" y="4349496"/>
            <a:ext cx="9686239" cy="944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브라우저 권한 허용</a:t>
            </a:r>
          </a:p>
          <a:p>
            <a:pPr algn="l">
              <a:lnSpc>
                <a:spcPct val="112000"/>
              </a:lnSpc>
              <a:spcBef>
                <a:spcPts val="200"/>
              </a:spcBef>
              <a:spcAft>
                <a:spcPts val="0"/>
              </a:spcAft>
            </a:pP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브라우저의 마이크 권한 팝업을 허용합니다.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89788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wrap="square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! </a:t>
            </a: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팁: 현장 발화와 원격 음성 두 소스를 섞으려면 Audio MIDI 의 집계 기기(Aggregate Device)를 활용합니다.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CHECK · 송신 전 점검 &amp; 문제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28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송신 전 </a:t>
            </a:r>
            <a:r>
              <a:rPr sz="28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체크리스트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03120"/>
            <a:ext cx="4572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59152"/>
            <a:ext cx="4023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출발 전 확인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4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☑  </a:t>
            </a: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모든 기기가 같은 Wi-Fi 에 연결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4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☑  </a:t>
            </a: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서버 · 콘솔 접속 확인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4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☑  </a:t>
            </a: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송신 채널 확인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4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☑  </a:t>
            </a: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말했을 때 레벨미터 움직임 확인</a:t>
            </a:r>
          </a:p>
          <a:p>
            <a:pPr>
              <a:lnSpc>
                <a:spcPct val="115000"/>
              </a:lnSpc>
              <a:spcBef>
                <a:spcPts val="900"/>
              </a:spcBef>
            </a:pPr>
            <a:r>
              <a:rPr sz="1400" b="1">
                <a:solidFill>
                  <a:srgbClr val="F02D5E"/>
                </a:solidFill>
                <a:latin typeface="Apple SD Gothic Neo"/>
                <a:ea typeface="Apple SD Gothic Neo"/>
                <a:cs typeface="Apple SD Gothic Neo"/>
              </a:rPr>
              <a:t>☑  </a:t>
            </a:r>
            <a:r>
              <a:rPr sz="135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이어폰 착용(에코 방지)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0" y="2103120"/>
            <a:ext cx="5973775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359152"/>
            <a:ext cx="54251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문제 해결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971800"/>
            <a:ext cx="5425135" cy="697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소리가 안 나가요  —  </a:t>
            </a: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마이크 장치 · 음소거 상태를 확인합니다.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3669030"/>
            <a:ext cx="5425135" cy="0"/>
          </a:xfrm>
          <a:prstGeom prst="bentConnector3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852160" y="3760470"/>
            <a:ext cx="5425135" cy="697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접속이 안 돼요  —  </a:t>
            </a: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같은 Wi-Fi 인지, 서버 IP 가 맞는지 확인합니다.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4457700"/>
            <a:ext cx="5425135" cy="0"/>
          </a:xfrm>
          <a:prstGeom prst="bentConnector3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852160" y="4549140"/>
            <a:ext cx="5425135" cy="697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인증서 경고  —  </a:t>
            </a: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"고급 &gt; 계속 이동" 을 선택합니다.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5246370"/>
            <a:ext cx="5425135" cy="0"/>
          </a:xfrm>
          <a:prstGeom prst="bentConnector3">
            <a:avLst/>
          </a:prstGeom>
          <a:ln w="12700">
            <a:solidFill>
              <a:srgbClr val="E5E7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52160" y="5337809"/>
            <a:ext cx="5425135" cy="697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</a:pPr>
            <a:r>
              <a:rPr sz="1350" b="1">
                <a:solidFill>
                  <a:srgbClr val="111827"/>
                </a:solidFill>
                <a:latin typeface="Apple SD Gothic Neo"/>
                <a:ea typeface="Apple SD Gothic Neo"/>
                <a:cs typeface="Apple SD Gothic Neo"/>
              </a:rPr>
              <a:t>에코가 들려요  —  </a:t>
            </a:r>
            <a:r>
              <a:rPr sz="1300" b="0">
                <a:solidFill>
                  <a:srgbClr val="374151"/>
                </a:solidFill>
                <a:latin typeface="Apple SD Gothic Neo"/>
                <a:ea typeface="Apple SD Gothic Neo"/>
                <a:cs typeface="Apple SD Gothic Neo"/>
              </a:rPr>
              <a:t>Floor 동시수신은 이어폰으로만, 스피커 금지.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EV211 · 현장 통역 시스템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CA3AF"/>
                </a:solidFill>
                <a:latin typeface="Apple SD Gothic Neo"/>
                <a:ea typeface="Apple SD Gothic Neo"/>
                <a:cs typeface="Apple SD Gothic Neo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